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4" r:id="rId3"/>
    <p:sldId id="256" r:id="rId4"/>
    <p:sldId id="257" r:id="rId5"/>
    <p:sldId id="258" r:id="rId6"/>
    <p:sldId id="261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8B6EA-9FCC-4128-A915-7515C6E4ADC5}" v="2" dt="2026-06-17T11:46:48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HATTALI" userId="0a003c4ac57eb687" providerId="LiveId" clId="{00A0D45A-850C-4E62-A114-87007617CF87}"/>
    <pc:docChg chg="addSld delSld modSld sldOrd">
      <pc:chgData name="OMKAR HATTALI" userId="0a003c4ac57eb687" providerId="LiveId" clId="{00A0D45A-850C-4E62-A114-87007617CF87}" dt="2026-06-17T11:47:33.316" v="66" actId="113"/>
      <pc:docMkLst>
        <pc:docMk/>
      </pc:docMkLst>
      <pc:sldChg chg="addSp modSp mod">
        <pc:chgData name="OMKAR HATTALI" userId="0a003c4ac57eb687" providerId="LiveId" clId="{00A0D45A-850C-4E62-A114-87007617CF87}" dt="2026-06-17T11:47:33.316" v="66" actId="113"/>
        <pc:sldMkLst>
          <pc:docMk/>
          <pc:sldMk cId="1217975880" sldId="258"/>
        </pc:sldMkLst>
        <pc:spChg chg="add mod">
          <ac:chgData name="OMKAR HATTALI" userId="0a003c4ac57eb687" providerId="LiveId" clId="{00A0D45A-850C-4E62-A114-87007617CF87}" dt="2026-06-17T11:47:33.316" v="66" actId="113"/>
          <ac:spMkLst>
            <pc:docMk/>
            <pc:sldMk cId="1217975880" sldId="258"/>
            <ac:spMk id="2" creationId="{E5A65B2D-CF8C-2B47-E915-AA62273C9120}"/>
          </ac:spMkLst>
        </pc:spChg>
        <pc:picChg chg="mod">
          <ac:chgData name="OMKAR HATTALI" userId="0a003c4ac57eb687" providerId="LiveId" clId="{00A0D45A-850C-4E62-A114-87007617CF87}" dt="2026-06-17T11:46:18.756" v="38" actId="14100"/>
          <ac:picMkLst>
            <pc:docMk/>
            <pc:sldMk cId="1217975880" sldId="258"/>
            <ac:picMk id="3" creationId="{F04FC4AB-3B5C-D317-FC3B-C4D26AC1B881}"/>
          </ac:picMkLst>
        </pc:picChg>
        <pc:picChg chg="add mod">
          <ac:chgData name="OMKAR HATTALI" userId="0a003c4ac57eb687" providerId="LiveId" clId="{00A0D45A-850C-4E62-A114-87007617CF87}" dt="2026-06-17T11:46:27.666" v="40" actId="14100"/>
          <ac:picMkLst>
            <pc:docMk/>
            <pc:sldMk cId="1217975880" sldId="258"/>
            <ac:picMk id="4" creationId="{9BBC1C64-1F70-D6F2-E4B3-1DD70ACC1A09}"/>
          </ac:picMkLst>
        </pc:picChg>
        <pc:picChg chg="add mod">
          <ac:chgData name="OMKAR HATTALI" userId="0a003c4ac57eb687" providerId="LiveId" clId="{00A0D45A-850C-4E62-A114-87007617CF87}" dt="2026-06-17T11:46:31.359" v="41" actId="14100"/>
          <ac:picMkLst>
            <pc:docMk/>
            <pc:sldMk cId="1217975880" sldId="258"/>
            <ac:picMk id="6" creationId="{7630EB7B-7C99-DBC1-C6C2-F03264204EBB}"/>
          </ac:picMkLst>
        </pc:picChg>
      </pc:sldChg>
      <pc:sldChg chg="del">
        <pc:chgData name="OMKAR HATTALI" userId="0a003c4ac57eb687" providerId="LiveId" clId="{00A0D45A-850C-4E62-A114-87007617CF87}" dt="2026-06-17T11:42:47.607" v="34" actId="2696"/>
        <pc:sldMkLst>
          <pc:docMk/>
          <pc:sldMk cId="2916889791" sldId="259"/>
        </pc:sldMkLst>
      </pc:sldChg>
      <pc:sldChg chg="del">
        <pc:chgData name="OMKAR HATTALI" userId="0a003c4ac57eb687" providerId="LiveId" clId="{00A0D45A-850C-4E62-A114-87007617CF87}" dt="2026-06-17T11:42:51.941" v="35" actId="2696"/>
        <pc:sldMkLst>
          <pc:docMk/>
          <pc:sldMk cId="2673819670" sldId="260"/>
        </pc:sldMkLst>
      </pc:sldChg>
      <pc:sldChg chg="addSp modSp mod">
        <pc:chgData name="OMKAR HATTALI" userId="0a003c4ac57eb687" providerId="LiveId" clId="{00A0D45A-850C-4E62-A114-87007617CF87}" dt="2026-06-17T11:43:24.294" v="36" actId="931"/>
        <pc:sldMkLst>
          <pc:docMk/>
          <pc:sldMk cId="3777588685" sldId="261"/>
        </pc:sldMkLst>
        <pc:picChg chg="add mod">
          <ac:chgData name="OMKAR HATTALI" userId="0a003c4ac57eb687" providerId="LiveId" clId="{00A0D45A-850C-4E62-A114-87007617CF87}" dt="2026-06-17T11:43:24.294" v="36" actId="931"/>
          <ac:picMkLst>
            <pc:docMk/>
            <pc:sldMk cId="3777588685" sldId="261"/>
            <ac:picMk id="4" creationId="{2DD67EB6-13A4-739C-EA85-87F8D58824C7}"/>
          </ac:picMkLst>
        </pc:picChg>
      </pc:sldChg>
      <pc:sldChg chg="del">
        <pc:chgData name="OMKAR HATTALI" userId="0a003c4ac57eb687" providerId="LiveId" clId="{00A0D45A-850C-4E62-A114-87007617CF87}" dt="2026-06-17T11:46:10.023" v="37" actId="2696"/>
        <pc:sldMkLst>
          <pc:docMk/>
          <pc:sldMk cId="127772842" sldId="262"/>
        </pc:sldMkLst>
      </pc:sldChg>
      <pc:sldChg chg="del">
        <pc:chgData name="OMKAR HATTALI" userId="0a003c4ac57eb687" providerId="LiveId" clId="{00A0D45A-850C-4E62-A114-87007617CF87}" dt="2026-06-17T10:46:44.827" v="0" actId="2696"/>
        <pc:sldMkLst>
          <pc:docMk/>
          <pc:sldMk cId="3558154541" sldId="265"/>
        </pc:sldMkLst>
      </pc:sldChg>
      <pc:sldChg chg="addSp modSp new mod ord">
        <pc:chgData name="OMKAR HATTALI" userId="0a003c4ac57eb687" providerId="LiveId" clId="{00A0D45A-850C-4E62-A114-87007617CF87}" dt="2026-06-17T11:14:59.234" v="30" actId="1076"/>
        <pc:sldMkLst>
          <pc:docMk/>
          <pc:sldMk cId="607609798" sldId="267"/>
        </pc:sldMkLst>
        <pc:spChg chg="add mod">
          <ac:chgData name="OMKAR HATTALI" userId="0a003c4ac57eb687" providerId="LiveId" clId="{00A0D45A-850C-4E62-A114-87007617CF87}" dt="2026-06-17T11:13:29.367" v="26" actId="255"/>
          <ac:spMkLst>
            <pc:docMk/>
            <pc:sldMk cId="607609798" sldId="267"/>
            <ac:spMk id="2" creationId="{799A6ABE-B61D-D045-03FE-2B3B2A61A128}"/>
          </ac:spMkLst>
        </pc:spChg>
        <pc:picChg chg="add mod">
          <ac:chgData name="OMKAR HATTALI" userId="0a003c4ac57eb687" providerId="LiveId" clId="{00A0D45A-850C-4E62-A114-87007617CF87}" dt="2026-06-17T11:14:59.234" v="30" actId="1076"/>
          <ac:picMkLst>
            <pc:docMk/>
            <pc:sldMk cId="607609798" sldId="267"/>
            <ac:picMk id="4" creationId="{19874249-1A37-2802-7DED-AA44A1F474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C153-6B30-5663-7EFA-203AF59A7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D6ABB-5C41-51D1-B38C-1B793CC54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45E62-6E63-45ED-EBAD-AD39B79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ACB97-61B6-6FA9-985C-DE0EF7DF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4E57-9491-FEF9-CEAC-24E5A521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2DB6-C21F-13F0-4081-E7427610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98CA-7710-E05E-D153-57D09D6DC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4093-5D34-1AE7-EA3A-C2D720B0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7E4FB-0392-61D6-7EBE-D5503FE6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327B7-7E4B-02FF-929C-FA0DD552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76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F16A-DB37-F008-0390-D7E3F37E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66634-E31C-FEA4-942A-2418459A1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36228-E41F-D912-A879-D5D98FC6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4B53-A99F-F569-BEEA-80483C55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A7988-B4F4-2130-A620-E65A4203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17C9-1DBC-0890-9B05-DCAB3795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24426-6F13-09EE-D1E2-55EB7376A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C616-43AD-5799-B8F6-3E192365D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7AA63-794D-85EF-9289-7A933CF2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16BCE-878F-AE01-2087-05A5E571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A9D8F-1DBF-431B-911E-D7575A4F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4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BD9A-1065-FE67-EDB8-0912C535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F316F-F31C-8ABF-6772-A00936C31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D84F9-4102-3D8A-8FB0-52FD088AD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00129-55A7-464E-6ADC-B82E0D6AB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81B03-1E0B-E9BE-438F-0304519CA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985-73CA-F038-AC6E-114C7F05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38D24-B306-48B9-BC1D-722E34EE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51157-D813-9C77-00EE-908B0198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8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CC2B-0D68-A016-4AA7-75E5CA68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07196-898F-8218-AA70-1BCD0B10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B9AD-C617-0E5E-3137-E4EA634A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8A5ED-EB66-1DAD-7914-4AD9458A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2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449CC-FA85-A611-2E1C-27DDC89E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E757C-C987-0988-76F8-21D3EFCD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C3F83-12DB-7916-A661-4DD542C8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05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2BE4-E2F5-23F0-6C24-11F66920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DFD4-26AA-03B1-CD96-FC850571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05154-B12C-01F2-58AC-6438CCD03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1281D-C84D-6525-AE71-656B3AE2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DB4E6-81AD-F5B6-21B8-0AA662DB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AB80C-0FB1-7648-C91D-3A67FC96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9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B685-9650-7317-D88F-2D00468F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89BC9-9A1A-17D3-9240-E228A77D2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28AE8-DD67-0FEC-9706-E6C5039B5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7AF23-F725-92B8-53E7-E44CDA49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3B10B-8118-6F4C-0607-C8779F05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5F0BA-3522-2392-67B4-E4ECCCBB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68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C9CC-ED5D-1023-A5A6-B1AFEC9D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A0C4F-26BC-9112-112E-93CF582B6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1A09-5C06-1A89-8213-89C0354E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5345-D02B-323B-4722-D4A16727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723B-D54A-7309-501E-A832E4C4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6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58B6F-3BB5-0041-275D-F94B2AA40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B1088-54BB-83BA-54BA-4F2374A0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FF37-1870-E298-FD1C-F215C870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9005-FFE2-A090-9F77-6B1BC2B1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1CD3-1EA0-0B5C-F005-281E5A7E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0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2ECF2-A80E-FB6E-075B-D9CBB2FE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196E9-2643-AC0B-010E-DD763658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5086-2D0C-E825-E999-3BFBBA12F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5208C-5E5A-4AE5-BC69-16516934A0E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ECB8F-4AE5-81FE-EE95-93D37AFA0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FDD0-51CA-3A66-3531-0E15689B5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F3B05-9B23-4FC7-B9FB-867643DD6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9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A6ABE-B61D-D045-03FE-2B3B2A61A128}"/>
              </a:ext>
            </a:extLst>
          </p:cNvPr>
          <p:cNvSpPr txBox="1"/>
          <p:nvPr/>
        </p:nvSpPr>
        <p:spPr>
          <a:xfrm>
            <a:off x="0" y="0"/>
            <a:ext cx="21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: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74249-1A37-2802-7DED-AA44A1F47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390832"/>
            <a:ext cx="10287000" cy="6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0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1D90B-8E76-8BEF-3B54-65CF17A36299}"/>
              </a:ext>
            </a:extLst>
          </p:cNvPr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Aim:</a:t>
            </a:r>
          </a:p>
          <a:p>
            <a:endParaRPr lang="en-US" sz="5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4400" b="1" dirty="0"/>
              <a:t>To develop a console-based Tic Tac Toe / Snake Game in C++ that demonstrates core programming concepts such as loops, arrays, functions, and conditional statements, while providing an interactive gaming experience with dynamic board display, win/loss detection, and replay functionality.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188866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FCB48C-7A89-6B3A-6DB4-2491D19942AC}"/>
              </a:ext>
            </a:extLst>
          </p:cNvPr>
          <p:cNvSpPr txBox="1"/>
          <p:nvPr/>
        </p:nvSpPr>
        <p:spPr>
          <a:xfrm>
            <a:off x="0" y="0"/>
            <a:ext cx="121920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Features: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Console-Based Gameplay – Runs in the command-line interface using C++.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Dynamic Game Board Display – Updates and displays the game board after every move.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User Input Handling – Accepts and validates player inputs.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Loops and Conditional Logic – Uses loops and decision-making statements to control game flow.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Arrays for Data Storage – Stores and manages game board data using arrays.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Win/Loss Detection – Automatically checks for winning or losing conditions.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Draw Detection – Identifies when the game ends in a tie.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Replay Option – Allows players to restart and play the game again.</a:t>
            </a:r>
          </a:p>
          <a:p>
            <a:pPr marL="285750" indent="-2857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/>
              <a:t>Interactive User Experience – Provides clear instructions and feedback during gameplay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14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FEE94-CEDB-9CD0-5184-429C20C4026A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Scope of the Project (Tic-Tac-Toe Game):</a:t>
            </a:r>
          </a:p>
          <a:p>
            <a:endParaRPr lang="en-US" sz="4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4000" b="1" dirty="0"/>
              <a:t>This project provides a simple and interactive Tic-Tac-Toe game for two players. It helps users improve logical thinking and decision-making skills while demonstrating programming concepts such as arrays, loops, functions, and conditional statements. The project can be further enhanced by adding a computer opponent, score tracking, and a graphical user interface.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884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FC4AB-3B5C-D317-FC3B-C4D26AC1B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9934"/>
            <a:ext cx="4306529" cy="6268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BC1C64-1F70-D6F2-E4B3-1DD70ACC1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625" y="589934"/>
            <a:ext cx="2920749" cy="62680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30EB7B-7C99-DBC1-C6C2-F03264204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218" y="589934"/>
            <a:ext cx="3776775" cy="6268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A65B2D-CF8C-2B47-E915-AA62273C9120}"/>
              </a:ext>
            </a:extLst>
          </p:cNvPr>
          <p:cNvSpPr txBox="1"/>
          <p:nvPr/>
        </p:nvSpPr>
        <p:spPr>
          <a:xfrm>
            <a:off x="73740" y="0"/>
            <a:ext cx="4159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Sample program</a:t>
            </a:r>
            <a:r>
              <a:rPr lang="en-US" sz="3600" b="1" dirty="0"/>
              <a:t>: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21797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BB753-0CCF-A2C7-1B23-E3EF1D47D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1994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D67EB6-13A4-739C-EA85-87F8D5882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49" y="0"/>
            <a:ext cx="4313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8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E9068-6C39-F220-04A2-8318E6B182B4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Output:</a:t>
            </a:r>
            <a:endParaRPr lang="en-IN" sz="5400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F6C98-C75F-32A6-924B-D4854750D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2" y="923330"/>
            <a:ext cx="3410426" cy="5801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271DE-383F-2375-9CB3-0799A8642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357023"/>
            <a:ext cx="3200847" cy="4143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DC764-0610-339F-BF8C-DCF4EB73D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229" y="1714259"/>
            <a:ext cx="3362794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59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95A9D-5EA4-BBFF-0F81-7B257B9F158E}"/>
              </a:ext>
            </a:extLst>
          </p:cNvPr>
          <p:cNvSpPr txBox="1"/>
          <p:nvPr/>
        </p:nvSpPr>
        <p:spPr>
          <a:xfrm>
            <a:off x="0" y="0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Conclusion:</a:t>
            </a:r>
          </a:p>
          <a:p>
            <a:r>
              <a:rPr lang="en-IN" sz="4000" b="1" dirty="0"/>
              <a:t>The Tic Tac Toe Game was successfully developed using C++. The project demonstrates the use of arrays, loops, and conditional statements for implementing game logic. The game dynamically updates the board after each move, detects winning conditions, and provides a replay option. It serves as a simple and interactive application for understanding basic programming concepts.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85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309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HATTALI</dc:creator>
  <cp:lastModifiedBy>OMKAR HATTALI</cp:lastModifiedBy>
  <cp:revision>1</cp:revision>
  <dcterms:created xsi:type="dcterms:W3CDTF">2026-06-17T10:46:34Z</dcterms:created>
  <dcterms:modified xsi:type="dcterms:W3CDTF">2026-06-17T11:47:38Z</dcterms:modified>
</cp:coreProperties>
</file>